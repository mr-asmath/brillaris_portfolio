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08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522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26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90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78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6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4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82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76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3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60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E0CE0-1F20-4804-8967-D0D9513B274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DDF99-ED4A-46F9-AEB3-90E281F1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7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5" y="457200"/>
            <a:ext cx="556210" cy="326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1082" y="149423"/>
            <a:ext cx="1018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Home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115" y="458690"/>
            <a:ext cx="473003" cy="486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9438" y="149424"/>
            <a:ext cx="104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About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921" y="457200"/>
            <a:ext cx="625868" cy="27192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6534" y="149423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Leadership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795" y="457200"/>
            <a:ext cx="623181" cy="3174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61176" y="149423"/>
            <a:ext cx="1070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Career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370" y="457200"/>
            <a:ext cx="751879" cy="2374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9595" y="149423"/>
            <a:ext cx="1189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Services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643" y="457199"/>
            <a:ext cx="716316" cy="2489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6560" y="149422"/>
            <a:ext cx="1275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Solutions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944" y="457199"/>
            <a:ext cx="830128" cy="9525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0177" y="149422"/>
            <a:ext cx="162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Opportunities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945" y="1765299"/>
            <a:ext cx="830128" cy="17268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17353" y="1433611"/>
            <a:ext cx="1346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2A2719"/>
                </a:solidFill>
              </a:rPr>
              <a:t>JobDetails</a:t>
            </a:r>
            <a:r>
              <a:rPr lang="en-US" sz="1400" b="1" dirty="0" smtClean="0">
                <a:solidFill>
                  <a:srgbClr val="2A2719"/>
                </a:solidFill>
              </a:rPr>
              <a:t>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099" y="457199"/>
            <a:ext cx="1503820" cy="927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86764" y="149422"/>
            <a:ext cx="1033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2A2719"/>
                </a:solidFill>
              </a:rPr>
              <a:t>Signin</a:t>
            </a:r>
            <a:r>
              <a:rPr lang="en-US" sz="1400" b="1" dirty="0" smtClean="0">
                <a:solidFill>
                  <a:srgbClr val="2A2719"/>
                </a:solidFill>
              </a:rPr>
              <a:t> page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60" y="5664200"/>
            <a:ext cx="924098" cy="876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717" y="5017138"/>
            <a:ext cx="1085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Apply pages</a:t>
            </a:r>
            <a:endParaRPr lang="en-IN" sz="1400" b="1" dirty="0">
              <a:solidFill>
                <a:srgbClr val="2A271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058" y="5339741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Step-1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368" y="5676900"/>
            <a:ext cx="904044" cy="85728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61330" y="5356423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Step-2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22" y="5604799"/>
            <a:ext cx="1055028" cy="87858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14304" y="5356423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Step-3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602" y="5498543"/>
            <a:ext cx="1106208" cy="10356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80888" y="5369123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Step-4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318" y="5604799"/>
            <a:ext cx="1083530" cy="108353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8881" y="5369123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Step-5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699" y="5676900"/>
            <a:ext cx="1062711" cy="97293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51264" y="5369123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Step-6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336" y="5401524"/>
            <a:ext cx="827736" cy="128513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59850" y="5093747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Step-7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770" y="5498543"/>
            <a:ext cx="1084497" cy="92649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14170" y="5369123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Step-8</a:t>
            </a:r>
            <a:endParaRPr lang="en-IN" sz="1400" b="1" dirty="0">
              <a:solidFill>
                <a:srgbClr val="2A2719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561" y="5692889"/>
            <a:ext cx="1127240" cy="73270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16419" y="5381266"/>
            <a:ext cx="661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A2719"/>
                </a:solidFill>
              </a:rPr>
              <a:t>Step-9</a:t>
            </a:r>
            <a:endParaRPr lang="en-IN" sz="1400" b="1" dirty="0">
              <a:solidFill>
                <a:srgbClr val="2A27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03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pantherjai@outlook.com</dc:creator>
  <cp:lastModifiedBy>pantherjai@outlook.com</cp:lastModifiedBy>
  <cp:revision>5</cp:revision>
  <dcterms:created xsi:type="dcterms:W3CDTF">2026-09-19T15:13:48Z</dcterms:created>
  <dcterms:modified xsi:type="dcterms:W3CDTF">2026-09-19T15:58:07Z</dcterms:modified>
</cp:coreProperties>
</file>